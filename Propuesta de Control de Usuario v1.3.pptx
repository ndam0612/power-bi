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27" r:id="rId5"/>
    <p:sldMasterId id="2147483822" r:id="rId6"/>
    <p:sldMasterId id="2147483867" r:id="rId7"/>
  </p:sldMasterIdLst>
  <p:notesMasterIdLst>
    <p:notesMasterId r:id="rId16"/>
  </p:notesMasterIdLst>
  <p:handoutMasterIdLst>
    <p:handoutMasterId r:id="rId17"/>
  </p:handoutMasterIdLst>
  <p:sldIdLst>
    <p:sldId id="2142532975" r:id="rId8"/>
    <p:sldId id="2142533067" r:id="rId9"/>
    <p:sldId id="2142533063" r:id="rId10"/>
    <p:sldId id="2142533068" r:id="rId11"/>
    <p:sldId id="2142533066" r:id="rId12"/>
    <p:sldId id="2142533064" r:id="rId13"/>
    <p:sldId id="2142533062" r:id="rId14"/>
    <p:sldId id="2142533006" r:id="rId15"/>
  </p:sldIdLst>
  <p:sldSz cx="12192000" cy="6858000"/>
  <p:notesSz cx="20104100" cy="11315700"/>
  <p:defaultTextStyle>
    <a:defPPr>
      <a:defRPr lang="en-US"/>
    </a:defPPr>
    <a:lvl1pPr marL="0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1pPr>
    <a:lvl2pPr marL="277017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2pPr>
    <a:lvl3pPr marL="554033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3pPr>
    <a:lvl4pPr marL="831050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4pPr>
    <a:lvl5pPr marL="1108064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5pPr>
    <a:lvl6pPr marL="1385081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6pPr>
    <a:lvl7pPr marL="1662098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7pPr>
    <a:lvl8pPr marL="1939116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8pPr>
    <a:lvl9pPr marL="2216131" algn="l" defTabSz="554033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C7F"/>
    <a:srgbClr val="F47B54"/>
    <a:srgbClr val="913619"/>
    <a:srgbClr val="C14821"/>
    <a:srgbClr val="F15A29"/>
    <a:srgbClr val="F58D86"/>
    <a:srgbClr val="F2675D"/>
    <a:srgbClr val="8F2720"/>
    <a:srgbClr val="BF342A"/>
    <a:srgbClr val="EF4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2" autoAdjust="0"/>
    <p:restoredTop sz="88928" autoAdjust="0"/>
  </p:normalViewPr>
  <p:slideViewPr>
    <p:cSldViewPr snapToGrid="0">
      <p:cViewPr varScale="1">
        <p:scale>
          <a:sx n="66" d="100"/>
          <a:sy n="66" d="100"/>
        </p:scale>
        <p:origin x="61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XTERNO CEDENO GONZALEZ JORGE LUIS" userId="d2d9ddab-c7a2-47c3-bcaf-108c04feea3e" providerId="ADAL" clId="{FB624426-C411-4D79-99DE-F84310B8AF50}"/>
    <pc:docChg chg="undo custSel addSld delSld modSld sldOrd delMainMaster">
      <pc:chgData name="EXTERNO CEDENO GONZALEZ JORGE LUIS" userId="d2d9ddab-c7a2-47c3-bcaf-108c04feea3e" providerId="ADAL" clId="{FB624426-C411-4D79-99DE-F84310B8AF50}" dt="2026-09-01T20:42:09.106" v="1366" actId="255"/>
      <pc:docMkLst>
        <pc:docMk/>
      </pc:docMkLst>
      <pc:sldChg chg="modSp mod">
        <pc:chgData name="EXTERNO CEDENO GONZALEZ JORGE LUIS" userId="d2d9ddab-c7a2-47c3-bcaf-108c04feea3e" providerId="ADAL" clId="{FB624426-C411-4D79-99DE-F84310B8AF50}" dt="2026-08-18T16:07:16.762" v="3" actId="20577"/>
        <pc:sldMkLst>
          <pc:docMk/>
          <pc:sldMk cId="2005753924" sldId="2142532975"/>
        </pc:sldMkLst>
        <pc:spChg chg="mod">
          <ac:chgData name="EXTERNO CEDENO GONZALEZ JORGE LUIS" userId="d2d9ddab-c7a2-47c3-bcaf-108c04feea3e" providerId="ADAL" clId="{FB624426-C411-4D79-99DE-F84310B8AF50}" dt="2026-08-18T16:07:16.762" v="3" actId="20577"/>
          <ac:spMkLst>
            <pc:docMk/>
            <pc:sldMk cId="2005753924" sldId="2142532975"/>
            <ac:spMk id="4" creationId="{74E3AF87-CC58-452E-9185-DF759693090F}"/>
          </ac:spMkLst>
        </pc:spChg>
      </pc:sldChg>
      <pc:sldChg chg="modSp mod ord">
        <pc:chgData name="EXTERNO CEDENO GONZALEZ JORGE LUIS" userId="d2d9ddab-c7a2-47c3-bcaf-108c04feea3e" providerId="ADAL" clId="{FB624426-C411-4D79-99DE-F84310B8AF50}" dt="2026-09-01T20:42:09.106" v="1366" actId="255"/>
        <pc:sldMkLst>
          <pc:docMk/>
          <pc:sldMk cId="3839274453" sldId="2142533062"/>
        </pc:sldMkLst>
        <pc:spChg chg="mod">
          <ac:chgData name="EXTERNO CEDENO GONZALEZ JORGE LUIS" userId="d2d9ddab-c7a2-47c3-bcaf-108c04feea3e" providerId="ADAL" clId="{FB624426-C411-4D79-99DE-F84310B8AF50}" dt="2026-09-01T20:42:09.106" v="1366" actId="255"/>
          <ac:spMkLst>
            <pc:docMk/>
            <pc:sldMk cId="3839274453" sldId="2142533062"/>
            <ac:spMk id="6" creationId="{0A5C32C0-8580-4ADA-BC00-4C063D1A37D0}"/>
          </ac:spMkLst>
        </pc:spChg>
        <pc:spChg chg="mod">
          <ac:chgData name="EXTERNO CEDENO GONZALEZ JORGE LUIS" userId="d2d9ddab-c7a2-47c3-bcaf-108c04feea3e" providerId="ADAL" clId="{FB624426-C411-4D79-99DE-F84310B8AF50}" dt="2026-08-18T16:14:05.822" v="201" actId="20577"/>
          <ac:spMkLst>
            <pc:docMk/>
            <pc:sldMk cId="3839274453" sldId="2142533062"/>
            <ac:spMk id="8" creationId="{0A5C32C0-8580-4ADA-BC00-4C063D1A37D0}"/>
          </ac:spMkLst>
        </pc:spChg>
      </pc:sldChg>
      <pc:sldChg chg="addSp delSp modSp mod ord">
        <pc:chgData name="EXTERNO CEDENO GONZALEZ JORGE LUIS" userId="d2d9ddab-c7a2-47c3-bcaf-108c04feea3e" providerId="ADAL" clId="{FB624426-C411-4D79-99DE-F84310B8AF50}" dt="2026-09-01T20:35:48.662" v="1247"/>
        <pc:sldMkLst>
          <pc:docMk/>
          <pc:sldMk cId="4212740832" sldId="2142533063"/>
        </pc:sldMkLst>
        <pc:spChg chg="add mod">
          <ac:chgData name="EXTERNO CEDENO GONZALEZ JORGE LUIS" userId="d2d9ddab-c7a2-47c3-bcaf-108c04feea3e" providerId="ADAL" clId="{FB624426-C411-4D79-99DE-F84310B8AF50}" dt="2026-09-01T20:35:48.662" v="1247"/>
          <ac:spMkLst>
            <pc:docMk/>
            <pc:sldMk cId="4212740832" sldId="2142533063"/>
            <ac:spMk id="8" creationId="{3D5F46E3-68C7-78C4-9DC7-EC27245FB43B}"/>
          </ac:spMkLst>
        </pc:spChg>
        <pc:spChg chg="add mod">
          <ac:chgData name="EXTERNO CEDENO GONZALEZ JORGE LUIS" userId="d2d9ddab-c7a2-47c3-bcaf-108c04feea3e" providerId="ADAL" clId="{FB624426-C411-4D79-99DE-F84310B8AF50}" dt="2026-09-01T18:01:00.426" v="442" actId="20577"/>
          <ac:spMkLst>
            <pc:docMk/>
            <pc:sldMk cId="4212740832" sldId="2142533063"/>
            <ac:spMk id="10" creationId="{14A62629-7AF5-16BE-49B1-417EC6B3377F}"/>
          </ac:spMkLst>
        </pc:spChg>
        <pc:graphicFrameChg chg="add mod">
          <ac:chgData name="EXTERNO CEDENO GONZALEZ JORGE LUIS" userId="d2d9ddab-c7a2-47c3-bcaf-108c04feea3e" providerId="ADAL" clId="{FB624426-C411-4D79-99DE-F84310B8AF50}" dt="2026-09-01T18:00:42.838" v="438"/>
          <ac:graphicFrameMkLst>
            <pc:docMk/>
            <pc:sldMk cId="4212740832" sldId="2142533063"/>
            <ac:graphicFrameMk id="2" creationId="{3D30769A-4649-D066-617A-FA4D6F9E8140}"/>
          </ac:graphicFrameMkLst>
        </pc:graphicFrameChg>
        <pc:graphicFrameChg chg="add del mod modGraphic">
          <ac:chgData name="EXTERNO CEDENO GONZALEZ JORGE LUIS" userId="d2d9ddab-c7a2-47c3-bcaf-108c04feea3e" providerId="ADAL" clId="{FB624426-C411-4D79-99DE-F84310B8AF50}" dt="2026-09-01T18:00:38.701" v="437" actId="478"/>
          <ac:graphicFrameMkLst>
            <pc:docMk/>
            <pc:sldMk cId="4212740832" sldId="2142533063"/>
            <ac:graphicFrameMk id="3" creationId="{5C26D65C-78B6-879A-3ABA-7C0580CF689D}"/>
          </ac:graphicFrameMkLst>
        </pc:graphicFrameChg>
        <pc:graphicFrameChg chg="add mod">
          <ac:chgData name="EXTERNO CEDENO GONZALEZ JORGE LUIS" userId="d2d9ddab-c7a2-47c3-bcaf-108c04feea3e" providerId="ADAL" clId="{FB624426-C411-4D79-99DE-F84310B8AF50}" dt="2026-09-01T18:00:51.268" v="440" actId="1076"/>
          <ac:graphicFrameMkLst>
            <pc:docMk/>
            <pc:sldMk cId="4212740832" sldId="2142533063"/>
            <ac:graphicFrameMk id="4" creationId="{2AAB67FE-A31A-5FAC-5AB8-E1EE80C965D6}"/>
          </ac:graphicFrameMkLst>
        </pc:graphicFrameChg>
      </pc:sldChg>
      <pc:sldChg chg="addSp delSp modSp mod">
        <pc:chgData name="EXTERNO CEDENO GONZALEZ JORGE LUIS" userId="d2d9ddab-c7a2-47c3-bcaf-108c04feea3e" providerId="ADAL" clId="{FB624426-C411-4D79-99DE-F84310B8AF50}" dt="2026-09-01T20:41:24.616" v="1347" actId="1076"/>
        <pc:sldMkLst>
          <pc:docMk/>
          <pc:sldMk cId="1297657339" sldId="2142533064"/>
        </pc:sldMkLst>
        <pc:spChg chg="add mod">
          <ac:chgData name="EXTERNO CEDENO GONZALEZ JORGE LUIS" userId="d2d9ddab-c7a2-47c3-bcaf-108c04feea3e" providerId="ADAL" clId="{FB624426-C411-4D79-99DE-F84310B8AF50}" dt="2026-09-01T20:41:24.616" v="1347" actId="1076"/>
          <ac:spMkLst>
            <pc:docMk/>
            <pc:sldMk cId="1297657339" sldId="2142533064"/>
            <ac:spMk id="6" creationId="{2935A488-C0BB-D4CC-C6E0-1963320409BF}"/>
          </ac:spMkLst>
        </pc:spChg>
        <pc:picChg chg="add del mod">
          <ac:chgData name="EXTERNO CEDENO GONZALEZ JORGE LUIS" userId="d2d9ddab-c7a2-47c3-bcaf-108c04feea3e" providerId="ADAL" clId="{FB624426-C411-4D79-99DE-F84310B8AF50}" dt="2026-09-01T20:33:52.137" v="1210" actId="478"/>
          <ac:picMkLst>
            <pc:docMk/>
            <pc:sldMk cId="1297657339" sldId="2142533064"/>
            <ac:picMk id="3" creationId="{71121702-6D05-011C-889D-6A64E2B50A29}"/>
          </ac:picMkLst>
        </pc:picChg>
        <pc:picChg chg="add del mod">
          <ac:chgData name="EXTERNO CEDENO GONZALEZ JORGE LUIS" userId="d2d9ddab-c7a2-47c3-bcaf-108c04feea3e" providerId="ADAL" clId="{FB624426-C411-4D79-99DE-F84310B8AF50}" dt="2026-09-01T20:41:16.472" v="1344" actId="478"/>
          <ac:picMkLst>
            <pc:docMk/>
            <pc:sldMk cId="1297657339" sldId="2142533064"/>
            <ac:picMk id="4" creationId="{DD738D1C-B51F-EC0F-38FC-7B089936F8D8}"/>
          </ac:picMkLst>
        </pc:picChg>
        <pc:picChg chg="add mod">
          <ac:chgData name="EXTERNO CEDENO GONZALEZ JORGE LUIS" userId="d2d9ddab-c7a2-47c3-bcaf-108c04feea3e" providerId="ADAL" clId="{FB624426-C411-4D79-99DE-F84310B8AF50}" dt="2026-09-01T20:41:20.269" v="1346" actId="1076"/>
          <ac:picMkLst>
            <pc:docMk/>
            <pc:sldMk cId="1297657339" sldId="2142533064"/>
            <ac:picMk id="7" creationId="{536EF674-A940-8314-9AF8-CA7D2E1574C6}"/>
          </ac:picMkLst>
        </pc:picChg>
        <pc:picChg chg="add del mod">
          <ac:chgData name="EXTERNO CEDENO GONZALEZ JORGE LUIS" userId="d2d9ddab-c7a2-47c3-bcaf-108c04feea3e" providerId="ADAL" clId="{FB624426-C411-4D79-99DE-F84310B8AF50}" dt="2026-09-01T18:05:06.546" v="577" actId="478"/>
          <ac:picMkLst>
            <pc:docMk/>
            <pc:sldMk cId="1297657339" sldId="2142533064"/>
            <ac:picMk id="7" creationId="{92B6CF3D-23DA-CBD1-8DEB-D63743F09DC1}"/>
          </ac:picMkLst>
        </pc:picChg>
      </pc:sldChg>
      <pc:sldChg chg="addSp delSp modSp add mod modClrScheme chgLayout">
        <pc:chgData name="EXTERNO CEDENO GONZALEZ JORGE LUIS" userId="d2d9ddab-c7a2-47c3-bcaf-108c04feea3e" providerId="ADAL" clId="{FB624426-C411-4D79-99DE-F84310B8AF50}" dt="2026-09-01T20:35:56.295" v="1248" actId="1076"/>
        <pc:sldMkLst>
          <pc:docMk/>
          <pc:sldMk cId="2433854994" sldId="2142533066"/>
        </pc:sldMkLst>
        <pc:spChg chg="mod">
          <ac:chgData name="EXTERNO CEDENO GONZALEZ JORGE LUIS" userId="d2d9ddab-c7a2-47c3-bcaf-108c04feea3e" providerId="ADAL" clId="{FB624426-C411-4D79-99DE-F84310B8AF50}" dt="2026-09-01T18:03:20.609" v="569" actId="26606"/>
          <ac:spMkLst>
            <pc:docMk/>
            <pc:sldMk cId="2433854994" sldId="2142533066"/>
            <ac:spMk id="12" creationId="{EAB03F99-AFE1-D871-9DCA-A7DAF69D6F98}"/>
          </ac:spMkLst>
        </pc:spChg>
        <pc:spChg chg="mod">
          <ac:chgData name="EXTERNO CEDENO GONZALEZ JORGE LUIS" userId="d2d9ddab-c7a2-47c3-bcaf-108c04feea3e" providerId="ADAL" clId="{FB624426-C411-4D79-99DE-F84310B8AF50}" dt="2026-09-01T18:03:20.609" v="569" actId="26606"/>
          <ac:spMkLst>
            <pc:docMk/>
            <pc:sldMk cId="2433854994" sldId="2142533066"/>
            <ac:spMk id="58" creationId="{4B581EA1-F65F-FE54-520A-68C3395CAC29}"/>
          </ac:spMkLst>
        </pc:spChg>
        <pc:spChg chg="add del mod">
          <ac:chgData name="EXTERNO CEDENO GONZALEZ JORGE LUIS" userId="d2d9ddab-c7a2-47c3-bcaf-108c04feea3e" providerId="ADAL" clId="{FB624426-C411-4D79-99DE-F84310B8AF50}" dt="2026-09-01T18:03:20.609" v="569" actId="26606"/>
          <ac:spMkLst>
            <pc:docMk/>
            <pc:sldMk cId="2433854994" sldId="2142533066"/>
            <ac:spMk id="63" creationId="{AAD6CEE5-A2C4-274F-6338-69BA6C736A65}"/>
          </ac:spMkLst>
        </pc:spChg>
        <pc:picChg chg="add mod">
          <ac:chgData name="EXTERNO CEDENO GONZALEZ JORGE LUIS" userId="d2d9ddab-c7a2-47c3-bcaf-108c04feea3e" providerId="ADAL" clId="{FB624426-C411-4D79-99DE-F84310B8AF50}" dt="2026-09-01T20:35:56.295" v="1248" actId="1076"/>
          <ac:picMkLst>
            <pc:docMk/>
            <pc:sldMk cId="2433854994" sldId="2142533066"/>
            <ac:picMk id="3" creationId="{016A9092-B360-D020-07DC-BB9E68A27BC1}"/>
          </ac:picMkLst>
        </pc:picChg>
        <pc:picChg chg="add del mod ord">
          <ac:chgData name="EXTERNO CEDENO GONZALEZ JORGE LUIS" userId="d2d9ddab-c7a2-47c3-bcaf-108c04feea3e" providerId="ADAL" clId="{FB624426-C411-4D79-99DE-F84310B8AF50}" dt="2026-09-01T18:03:53.232" v="572" actId="478"/>
          <ac:picMkLst>
            <pc:docMk/>
            <pc:sldMk cId="2433854994" sldId="2142533066"/>
            <ac:picMk id="3" creationId="{1B2CB462-3A72-65DA-C852-2414A2AE158E}"/>
          </ac:picMkLst>
        </pc:picChg>
        <pc:picChg chg="del">
          <ac:chgData name="EXTERNO CEDENO GONZALEZ JORGE LUIS" userId="d2d9ddab-c7a2-47c3-bcaf-108c04feea3e" providerId="ADAL" clId="{FB624426-C411-4D79-99DE-F84310B8AF50}" dt="2026-09-01T18:03:05.674" v="566" actId="478"/>
          <ac:picMkLst>
            <pc:docMk/>
            <pc:sldMk cId="2433854994" sldId="2142533066"/>
            <ac:picMk id="4" creationId="{B67169B9-2960-47D5-7B9E-26A97DF88726}"/>
          </ac:picMkLst>
        </pc:picChg>
        <pc:picChg chg="add del mod">
          <ac:chgData name="EXTERNO CEDENO GONZALEZ JORGE LUIS" userId="d2d9ddab-c7a2-47c3-bcaf-108c04feea3e" providerId="ADAL" clId="{FB624426-C411-4D79-99DE-F84310B8AF50}" dt="2026-09-01T20:34:24.547" v="1214" actId="478"/>
          <ac:picMkLst>
            <pc:docMk/>
            <pc:sldMk cId="2433854994" sldId="2142533066"/>
            <ac:picMk id="6" creationId="{AC35D4BF-1D06-6428-C3A6-4AE81F6B70D5}"/>
          </ac:picMkLst>
        </pc:picChg>
      </pc:sldChg>
      <pc:sldChg chg="addSp delSp modSp add mod">
        <pc:chgData name="EXTERNO CEDENO GONZALEZ JORGE LUIS" userId="d2d9ddab-c7a2-47c3-bcaf-108c04feea3e" providerId="ADAL" clId="{FB624426-C411-4D79-99DE-F84310B8AF50}" dt="2026-09-01T20:35:36.042" v="1246" actId="20577"/>
        <pc:sldMkLst>
          <pc:docMk/>
          <pc:sldMk cId="3996194398" sldId="2142533067"/>
        </pc:sldMkLst>
        <pc:spChg chg="add del mod">
          <ac:chgData name="EXTERNO CEDENO GONZALEZ JORGE LUIS" userId="d2d9ddab-c7a2-47c3-bcaf-108c04feea3e" providerId="ADAL" clId="{FB624426-C411-4D79-99DE-F84310B8AF50}" dt="2026-09-01T20:33:03.821" v="1203" actId="478"/>
          <ac:spMkLst>
            <pc:docMk/>
            <pc:sldMk cId="3996194398" sldId="2142533067"/>
            <ac:spMk id="2" creationId="{128D2BC3-3E35-4011-8E9D-A1F1B55EE930}"/>
          </ac:spMkLst>
        </pc:spChg>
        <pc:spChg chg="add mod">
          <ac:chgData name="EXTERNO CEDENO GONZALEZ JORGE LUIS" userId="d2d9ddab-c7a2-47c3-bcaf-108c04feea3e" providerId="ADAL" clId="{FB624426-C411-4D79-99DE-F84310B8AF50}" dt="2026-09-01T20:33:18.757" v="1209" actId="1076"/>
          <ac:spMkLst>
            <pc:docMk/>
            <pc:sldMk cId="3996194398" sldId="2142533067"/>
            <ac:spMk id="3" creationId="{128D2BC3-3E35-4011-8E9D-A1F1B55EE930}"/>
          </ac:spMkLst>
        </pc:spChg>
        <pc:spChg chg="mod">
          <ac:chgData name="EXTERNO CEDENO GONZALEZ JORGE LUIS" userId="d2d9ddab-c7a2-47c3-bcaf-108c04feea3e" providerId="ADAL" clId="{FB624426-C411-4D79-99DE-F84310B8AF50}" dt="2026-09-01T20:35:36.042" v="1246" actId="20577"/>
          <ac:spMkLst>
            <pc:docMk/>
            <pc:sldMk cId="3996194398" sldId="2142533067"/>
            <ac:spMk id="8" creationId="{D97699C3-286F-C85C-E35A-0B208D797D67}"/>
          </ac:spMkLst>
        </pc:spChg>
        <pc:spChg chg="mod">
          <ac:chgData name="EXTERNO CEDENO GONZALEZ JORGE LUIS" userId="d2d9ddab-c7a2-47c3-bcaf-108c04feea3e" providerId="ADAL" clId="{FB624426-C411-4D79-99DE-F84310B8AF50}" dt="2026-09-01T20:29:36.281" v="1198" actId="20577"/>
          <ac:spMkLst>
            <pc:docMk/>
            <pc:sldMk cId="3996194398" sldId="2142533067"/>
            <ac:spMk id="10" creationId="{21886106-B691-71F4-E3A4-430ABEEA734A}"/>
          </ac:spMkLst>
        </pc:spChg>
        <pc:graphicFrameChg chg="del modGraphic">
          <ac:chgData name="EXTERNO CEDENO GONZALEZ JORGE LUIS" userId="d2d9ddab-c7a2-47c3-bcaf-108c04feea3e" providerId="ADAL" clId="{FB624426-C411-4D79-99DE-F84310B8AF50}" dt="2026-09-01T17:48:46.007" v="430" actId="478"/>
          <ac:graphicFrameMkLst>
            <pc:docMk/>
            <pc:sldMk cId="3996194398" sldId="2142533067"/>
            <ac:graphicFrameMk id="3" creationId="{ABD567B0-1872-54BE-ED26-D05C3010A085}"/>
          </ac:graphicFrameMkLst>
        </pc:graphicFrameChg>
      </pc:sldChg>
      <pc:sldChg chg="delSp modSp add mod ord">
        <pc:chgData name="EXTERNO CEDENO GONZALEZ JORGE LUIS" userId="d2d9ddab-c7a2-47c3-bcaf-108c04feea3e" providerId="ADAL" clId="{FB624426-C411-4D79-99DE-F84310B8AF50}" dt="2026-09-01T20:41:39.407" v="1365" actId="20577"/>
        <pc:sldMkLst>
          <pc:docMk/>
          <pc:sldMk cId="355849522" sldId="2142533068"/>
        </pc:sldMkLst>
        <pc:spChg chg="del mod">
          <ac:chgData name="EXTERNO CEDENO GONZALEZ JORGE LUIS" userId="d2d9ddab-c7a2-47c3-bcaf-108c04feea3e" providerId="ADAL" clId="{FB624426-C411-4D79-99DE-F84310B8AF50}" dt="2026-09-01T18:09:57.466" v="853" actId="478"/>
          <ac:spMkLst>
            <pc:docMk/>
            <pc:sldMk cId="355849522" sldId="2142533068"/>
            <ac:spMk id="6" creationId="{F5B8CE15-AE36-4158-CD05-0D6202DB8522}"/>
          </ac:spMkLst>
        </pc:spChg>
        <pc:spChg chg="mod">
          <ac:chgData name="EXTERNO CEDENO GONZALEZ JORGE LUIS" userId="d2d9ddab-c7a2-47c3-bcaf-108c04feea3e" providerId="ADAL" clId="{FB624426-C411-4D79-99DE-F84310B8AF50}" dt="2026-09-01T20:41:39.407" v="1365" actId="20577"/>
          <ac:spMkLst>
            <pc:docMk/>
            <pc:sldMk cId="355849522" sldId="2142533068"/>
            <ac:spMk id="8" creationId="{92F79738-346C-D695-E352-B856EADED64C}"/>
          </ac:spMkLst>
        </pc:spChg>
        <pc:spChg chg="mod">
          <ac:chgData name="EXTERNO CEDENO GONZALEZ JORGE LUIS" userId="d2d9ddab-c7a2-47c3-bcaf-108c04feea3e" providerId="ADAL" clId="{FB624426-C411-4D79-99DE-F84310B8AF50}" dt="2026-09-01T18:08:28.828" v="676" actId="20577"/>
          <ac:spMkLst>
            <pc:docMk/>
            <pc:sldMk cId="355849522" sldId="2142533068"/>
            <ac:spMk id="48" creationId="{EA97EE42-7295-C73F-4891-FE4D3C2EE74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39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080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618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158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696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235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773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313" algn="l" defTabSz="121908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79FE-E2CE-6AAD-A4FE-A32756BF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A0E340-E89F-E16A-F3DD-3B5C5401E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78BD8A1-D48E-7805-E8F5-721E885D3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670EF5-C180-166B-7EA9-3C95FD2928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04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377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F8E4F-EFA2-FCFD-0054-DBF1CDF0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9C3D65-0024-B212-1494-AAC71633E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22966A-9919-F790-0B42-7E4ACE6A9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375A15-5555-7675-B2F3-576885509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2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3F01-938A-393B-EEB4-DC949383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5854A0-766F-9FFE-D602-8CFCCAED5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BA487B-BC4B-217F-AD51-3186C2E5A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0075A1-081C-1B8F-5D37-1E74C97138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2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09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D9C5E5-9620-4FBC-AD03-52B8306EED0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23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‹Nº›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7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7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8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9" lvl="0" indent="-228589" defTabSz="121908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57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5"/>
            <a:ext cx="5390651" cy="31271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7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184602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9" lvl="0" indent="-228589" defTabSz="121908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9073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7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9" lvl="0" indent="-228589" defTabSz="121908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66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254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A939-6BD5-6D9A-C6E0-773DC655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8" y="2970352"/>
            <a:ext cx="3533967" cy="914866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IN" sz="2933" dirty="0"/>
            </a:lvl1pPr>
          </a:lstStyle>
          <a:p>
            <a:pPr marL="7701" lvl="0">
              <a:lnSpc>
                <a:spcPct val="100000"/>
              </a:lnSpc>
              <a:spcBef>
                <a:spcPts val="57"/>
              </a:spcBef>
            </a:pPr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616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43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70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89" lvl="0" indent="-228589" defTabSz="121908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4352" y="1806577"/>
            <a:ext cx="6327648" cy="4217459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800" b="1">
                <a:solidFill>
                  <a:schemeClr val="bg1"/>
                </a:solidFill>
              </a:defRPr>
            </a:lvl1pPr>
          </a:lstStyle>
          <a:p>
            <a:pPr marL="761962" lvl="0" indent="-761962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4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microsoft.com/office/2007/relationships/hdphoto" Target="../media/hdphoto2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1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5" y="143889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1219080"/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7323" y="1135771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933"/>
            </a:lvl1pPr>
          </a:lstStyle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933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1219140"/>
            <a:fld id="{662A0901-ACEF-4BE9-9C8C-C119B421173E}" type="slidenum">
              <a:rPr lang="en-IN" smtClean="0"/>
              <a:pPr algn="ctr" defTabSz="1219140"/>
              <a:t>‹Nº›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237838" y="6196839"/>
            <a:ext cx="581292" cy="517277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310751"/>
            <a:ext cx="1689205" cy="4033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  <p:sldLayoutId id="2147483935" r:id="rId4"/>
    <p:sldLayoutId id="2147483953" r:id="rId5"/>
    <p:sldLayoutId id="2147483966" r:id="rId6"/>
  </p:sldLayoutIdLst>
  <p:hf hdr="0" dt="0"/>
  <p:txStyles>
    <p:titleStyle>
      <a:lvl1pPr algn="l" defTabSz="1219140" rtl="0" eaLnBrk="1" latinLnBrk="0" hangingPunct="1">
        <a:lnSpc>
          <a:spcPct val="90000"/>
        </a:lnSpc>
        <a:spcBef>
          <a:spcPct val="0"/>
        </a:spcBef>
        <a:buNone/>
        <a:defRPr lang="en-IN" sz="28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304784" indent="-304784" algn="l" defTabSz="1219140" rtl="0" eaLnBrk="1" latinLnBrk="0" hangingPunct="1">
        <a:lnSpc>
          <a:spcPct val="90000"/>
        </a:lnSpc>
        <a:spcBef>
          <a:spcPts val="1333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18035" indent="-304784" algn="l" defTabSz="121914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Symbol" panose="05050102010706020507" pitchFamily="18" charset="2"/>
        <a:buChar char="-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8588" indent="-304784" algn="l" defTabSz="121914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19140" indent="-304784" algn="l" defTabSz="121914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Courier New" panose="02070309020205020404" pitchFamily="49" charset="0"/>
        <a:buChar char="o"/>
        <a:tabLst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519691" indent="-304784" algn="l" defTabSz="1219140" rtl="0" eaLnBrk="1" latinLnBrk="0" hangingPunct="1">
        <a:lnSpc>
          <a:spcPct val="90000"/>
        </a:lnSpc>
        <a:spcBef>
          <a:spcPts val="667"/>
        </a:spcBef>
        <a:buClr>
          <a:srgbClr val="4E84C4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229" userDrawn="1">
          <p15:clr>
            <a:srgbClr val="F26B43"/>
          </p15:clr>
        </p15:guide>
        <p15:guide id="3" pos="7431" userDrawn="1">
          <p15:clr>
            <a:srgbClr val="F26B43"/>
          </p15:clr>
        </p15:guide>
        <p15:guide id="4" orient="horz" pos="2293" userDrawn="1">
          <p15:clr>
            <a:srgbClr val="F26B43"/>
          </p15:clr>
        </p15:guide>
        <p15:guide id="5" orient="horz" pos="3888" userDrawn="1">
          <p15:clr>
            <a:srgbClr val="F26B43"/>
          </p15:clr>
        </p15:guide>
        <p15:guide id="6" orient="horz" pos="708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F55E-80C5-FA58-BEE1-B1EA909AB2F1}"/>
              </a:ext>
            </a:extLst>
          </p:cNvPr>
          <p:cNvGrpSpPr/>
          <p:nvPr userDrawn="1"/>
        </p:nvGrpSpPr>
        <p:grpSpPr>
          <a:xfrm>
            <a:off x="292105" y="151004"/>
            <a:ext cx="11529481" cy="672485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85C5A4-B4D1-7A55-6E82-3E12E35D3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4" name="Picture 3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2EED0747-E087-BD83-3541-DFDDE1A931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088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75" r:id="rId2"/>
    <p:sldLayoutId id="2147483829" r:id="rId3"/>
  </p:sldLayoutIdLst>
  <p:hf hdr="0" dt="0"/>
  <p:txStyles>
    <p:titleStyle>
      <a:lvl1pPr algn="l" defTabSz="121908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68" indent="-304768" algn="l" defTabSz="1219080" rtl="0" eaLnBrk="1" latinLnBrk="0" hangingPunct="1">
        <a:lnSpc>
          <a:spcPct val="90000"/>
        </a:lnSpc>
        <a:spcBef>
          <a:spcPts val="1333"/>
        </a:spcBef>
        <a:buClr>
          <a:srgbClr val="E41165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914309" indent="-304768" algn="l" defTabSz="121908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523849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2133387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742926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335246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85" userDrawn="1">
          <p15:clr>
            <a:srgbClr val="F26B43"/>
          </p15:clr>
        </p15:guide>
        <p15:guide id="4" orient="horz" pos="480" userDrawn="1">
          <p15:clr>
            <a:srgbClr val="F26B43"/>
          </p15:clr>
        </p15:guide>
        <p15:guide id="5" orient="horz" pos="705" userDrawn="1">
          <p15:clr>
            <a:srgbClr val="F26B43"/>
          </p15:clr>
        </p15:guide>
        <p15:guide id="6" orient="horz" pos="3888" userDrawn="1">
          <p15:clr>
            <a:srgbClr val="F26B43"/>
          </p15:clr>
        </p15:guide>
        <p15:guide id="8" pos="7447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5" y="1701804"/>
            <a:ext cx="5390651" cy="508687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921" y="2849125"/>
            <a:ext cx="5390651" cy="35137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784" lvl="0" indent="-304784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F41ADF-2946-F2A4-0F88-938D9F13F88B}"/>
              </a:ext>
            </a:extLst>
          </p:cNvPr>
          <p:cNvGrpSpPr/>
          <p:nvPr userDrawn="1"/>
        </p:nvGrpSpPr>
        <p:grpSpPr>
          <a:xfrm>
            <a:off x="292105" y="160528"/>
            <a:ext cx="11529481" cy="672485"/>
            <a:chOff x="219077" y="100726"/>
            <a:chExt cx="8647111" cy="504364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382C60E-DA0A-B2F6-5CCF-04E5A607C5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91C5FDC1-4409-9D27-E107-7DF174E3831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574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hf hdr="0" dt="0"/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7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96" userDrawn="1">
          <p15:clr>
            <a:srgbClr val="F26B43"/>
          </p15:clr>
        </p15:guide>
        <p15:guide id="2" orient="horz" pos="3803" userDrawn="1">
          <p15:clr>
            <a:srgbClr val="F26B43"/>
          </p15:clr>
        </p15:guide>
        <p15:guide id="3" orient="horz" pos="480" userDrawn="1">
          <p15:clr>
            <a:srgbClr val="F26B43"/>
          </p15:clr>
        </p15:guide>
        <p15:guide id="4" orient="horz" pos="1128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8" y="2970351"/>
            <a:ext cx="3533967" cy="91486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7701" lvl="0">
              <a:spcBef>
                <a:spcPts val="57"/>
              </a:spcBef>
            </a:pPr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6590AA-3667-48B3-87ED-C4A09CDFE164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E1BD5-6100-419D-B8F9-30E03A565220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A870BF-381A-4DEA-A865-45FBF81D3955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F7C01B-D556-417D-9E3D-AB40942B56A1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8677D10-508B-EE3D-934F-7011DD0D83B7}"/>
              </a:ext>
            </a:extLst>
          </p:cNvPr>
          <p:cNvGrpSpPr/>
          <p:nvPr userDrawn="1"/>
        </p:nvGrpSpPr>
        <p:grpSpPr>
          <a:xfrm>
            <a:off x="292105" y="160528"/>
            <a:ext cx="11529481" cy="672485"/>
            <a:chOff x="219077" y="132041"/>
            <a:chExt cx="8647111" cy="504364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D0F55E0-EDED-EBAC-3CE3-F991D5F305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36534" b="36534"/>
            <a:stretch/>
          </p:blipFill>
          <p:spPr>
            <a:xfrm>
              <a:off x="219077" y="201151"/>
              <a:ext cx="1616067" cy="435254"/>
            </a:xfrm>
            <a:prstGeom prst="rect">
              <a:avLst/>
            </a:prstGeom>
          </p:spPr>
        </p:pic>
        <p:pic>
          <p:nvPicPr>
            <p:cNvPr id="13" name="Picture 12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8B0B5D35-4023-F862-C44D-90425D39609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hq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32041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93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</p:sldLayoutIdLst>
  <p:hf hdr="0" dt="0"/>
  <p:txStyles>
    <p:titleStyle>
      <a:lvl1pPr algn="l" defTabSz="1219140" rtl="0" eaLnBrk="1" latinLnBrk="0" hangingPunct="1">
        <a:lnSpc>
          <a:spcPct val="100000"/>
        </a:lnSpc>
        <a:spcBef>
          <a:spcPct val="0"/>
        </a:spcBef>
        <a:buNone/>
        <a:defRPr lang="en-US" sz="2933" b="0" i="0" kern="0" spc="-7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4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E41165"/>
          </a:solidFill>
          <a:latin typeface="Calibri"/>
          <a:ea typeface="+mn-ea"/>
          <a:cs typeface="Calibri"/>
        </a:defRPr>
      </a:lvl1pPr>
      <a:lvl2pPr marL="914354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96" userDrawn="1">
          <p15:clr>
            <a:srgbClr val="F26B43"/>
          </p15:clr>
        </p15:guide>
        <p15:guide id="2" orient="horz" pos="3803" userDrawn="1">
          <p15:clr>
            <a:srgbClr val="F26B43"/>
          </p15:clr>
        </p15:guide>
        <p15:guide id="3" orient="horz" pos="48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240" userDrawn="1">
          <p15:clr>
            <a:srgbClr val="F26B43"/>
          </p15:clr>
        </p15:guide>
        <p15:guide id="6" pos="74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7E20636-631C-49E3-A5F8-C3D8684F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5" y="2260604"/>
            <a:ext cx="4938695" cy="868676"/>
          </a:xfrm>
          <a:noFill/>
        </p:spPr>
        <p:txBody>
          <a:bodyPr/>
          <a:lstStyle/>
          <a:p>
            <a:r>
              <a:rPr lang="es-ES" sz="6000" dirty="0"/>
              <a:t>Ciberseguridad</a:t>
            </a:r>
            <a:br>
              <a:rPr lang="es-ES" sz="6000" dirty="0"/>
            </a:br>
            <a:r>
              <a:rPr lang="es-ES" sz="6000" dirty="0"/>
              <a:t>TCS</a:t>
            </a:r>
            <a:endParaRPr lang="en-US" sz="6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3AF87-CC58-452E-9185-DF7596930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11464" y="5972227"/>
            <a:ext cx="1775480" cy="205121"/>
          </a:xfrm>
        </p:spPr>
        <p:txBody>
          <a:bodyPr/>
          <a:lstStyle/>
          <a:p>
            <a:pPr algn="r"/>
            <a:r>
              <a:rPr lang="en-US" dirty="0"/>
              <a:t>Agosto - 2026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88CD4ED-0DF3-E474-181A-B635AB81DE92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917" y="6557733"/>
            <a:ext cx="1467371" cy="19296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8EBE11B1-4174-414E-A3DC-1E942670CF0F}"/>
              </a:ext>
            </a:extLst>
          </p:cNvPr>
          <p:cNvSpPr/>
          <p:nvPr/>
        </p:nvSpPr>
        <p:spPr>
          <a:xfrm flipH="1">
            <a:off x="203217" y="2353786"/>
            <a:ext cx="45719" cy="1639094"/>
          </a:xfrm>
          <a:prstGeom prst="roundRect">
            <a:avLst>
              <a:gd name="adj" fmla="val 50000"/>
            </a:avLst>
          </a:prstGeom>
          <a:solidFill>
            <a:srgbClr val="4E84C4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 sz="80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0575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CDB2-1F7C-38E2-1229-E89166CD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4AC38226-D0A1-F3D4-19BC-2447671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258390A-80C7-79D8-C701-9506EDBDB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2</a:t>
            </a:fld>
            <a:endParaRPr lang="en-IN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97699C3-286F-C85C-E35A-0B208D797D67}"/>
              </a:ext>
            </a:extLst>
          </p:cNvPr>
          <p:cNvSpPr txBox="1"/>
          <p:nvPr/>
        </p:nvSpPr>
        <p:spPr>
          <a:xfrm>
            <a:off x="1068404" y="401295"/>
            <a:ext cx="91440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800" b="1" dirty="0">
                <a:latin typeface="+mj-lt"/>
              </a:rPr>
              <a:t>Alcance del Control de Rotación de Contraseñas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1886106-B691-71F4-E3A4-430ABEEA734A}"/>
              </a:ext>
            </a:extLst>
          </p:cNvPr>
          <p:cNvSpPr txBox="1"/>
          <p:nvPr/>
        </p:nvSpPr>
        <p:spPr>
          <a:xfrm>
            <a:off x="1453414" y="1080339"/>
            <a:ext cx="10340741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Listado de Usuarios Administradores (reportados + adicionales)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/>
              <a:t>Listado de Usuarios que se encuentren en grupos de Administración</a:t>
            </a:r>
          </a:p>
        </p:txBody>
      </p:sp>
      <p:sp>
        <p:nvSpPr>
          <p:cNvPr id="3" name="Rectángulo redondeado 3">
            <a:extLst>
              <a:ext uri="{FF2B5EF4-FFF2-40B4-BE49-F238E27FC236}">
                <a16:creationId xmlns:a16="http://schemas.microsoft.com/office/drawing/2014/main" id="{128D2BC3-3E35-4011-8E9D-A1F1B55EE930}"/>
              </a:ext>
            </a:extLst>
          </p:cNvPr>
          <p:cNvSpPr/>
          <p:nvPr/>
        </p:nvSpPr>
        <p:spPr>
          <a:xfrm>
            <a:off x="1692575" y="2158161"/>
            <a:ext cx="7412924" cy="36195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800" b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Validaciones por Sistema</a:t>
            </a:r>
          </a:p>
          <a:p>
            <a:pPr algn="l"/>
            <a:endParaRPr lang="es-MX" sz="1100" b="1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s-MX" sz="1400" b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Locales:	Administrator|Administrador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 en Grupos:	Administrators|Administradores</a:t>
            </a:r>
          </a:p>
          <a:p>
            <a:pPr algn="l"/>
            <a:endParaRPr lang="es-MX" sz="1100" b="1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s-MX" sz="1400" b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AD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 en Grupos:	UIO\Domain Admins</a:t>
            </a:r>
          </a:p>
          <a:p>
            <a:pPr algn="l"/>
            <a:endParaRPr lang="es-MX" sz="1100" b="1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s-MX" sz="1400" b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UNIX (RedHat, AIX, Ubuntu )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Locales:	root|system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 en Grupos:	root|system|wheel|sudo|ansible|oracle|grid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 sudoers:	cat /etc/sudoers | grep "ALL=(ALL)" | grep -v "#"</a:t>
            </a:r>
          </a:p>
          <a:p>
            <a:pPr algn="l"/>
            <a:endParaRPr lang="es-MX" sz="1100" b="1">
              <a:solidFill>
                <a:schemeClr val="dk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s-MX" sz="1400" b="1">
                <a:solidFill>
                  <a:srgbClr val="00B050"/>
                </a:solidFill>
                <a:effectLst/>
                <a:latin typeface="+mn-lt"/>
                <a:ea typeface="+mn-ea"/>
                <a:cs typeface="+mn-cs"/>
              </a:rPr>
              <a:t>Network (Switches, Routers)</a:t>
            </a:r>
          </a:p>
          <a:p>
            <a:pPr algn="l"/>
            <a:r>
              <a:rPr lang="es-MX" sz="1100" b="1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Usuarios Locales en Equipos:	Show</a:t>
            </a:r>
            <a:r>
              <a:rPr lang="es-MX" sz="1100" b="1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rPr>
              <a:t> running</a:t>
            </a:r>
          </a:p>
        </p:txBody>
      </p:sp>
    </p:spTree>
    <p:extLst>
      <p:ext uri="{BB962C8B-B14F-4D97-AF65-F5344CB8AC3E}">
        <p14:creationId xmlns:p14="http://schemas.microsoft.com/office/powerpoint/2010/main" val="3996194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211FE16-DD5D-4F4F-91D3-B007E265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C6BD14-4390-C3A9-EF0F-C4AA61BE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3</a:t>
            </a:fld>
            <a:endParaRPr lang="en-IN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3D5F46E3-68C7-78C4-9DC7-EC27245FB43B}"/>
              </a:ext>
            </a:extLst>
          </p:cNvPr>
          <p:cNvSpPr txBox="1"/>
          <p:nvPr/>
        </p:nvSpPr>
        <p:spPr>
          <a:xfrm>
            <a:off x="1068404" y="401295"/>
            <a:ext cx="91440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800" b="1" dirty="0">
                <a:latin typeface="+mj-lt"/>
              </a:rPr>
              <a:t>Alcance del Control</a:t>
            </a:r>
            <a:r>
              <a:rPr lang="es-ES" sz="2800" b="1" dirty="0"/>
              <a:t> de Rotación de Contraseñas</a:t>
            </a:r>
            <a:endParaRPr lang="es-ES" sz="2800" b="1" dirty="0">
              <a:latin typeface="+mj-lt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14A62629-7AF5-16BE-49B1-417EC6B3377F}"/>
              </a:ext>
            </a:extLst>
          </p:cNvPr>
          <p:cNvSpPr txBox="1"/>
          <p:nvPr/>
        </p:nvSpPr>
        <p:spPr>
          <a:xfrm>
            <a:off x="1251284" y="5087616"/>
            <a:ext cx="1034074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dirty="0"/>
              <a:t>La obtención de accesos y equipos de pruebas queda a cargo de la contraparte de BP.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AAB67FE-A31A-5FAC-5AB8-E1EE80C96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14303"/>
              </p:ext>
            </p:extLst>
          </p:nvPr>
        </p:nvGraphicFramePr>
        <p:xfrm>
          <a:off x="1382714" y="1073146"/>
          <a:ext cx="8699500" cy="401447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60697148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86929178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225980872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185840966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333540827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Tipo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Activos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Permite escaneo de usuarios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Fecha de última contraseña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2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Observaciones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6286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- Ubuntu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619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- RedHat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332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Cloud - Windows Servers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559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2863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Onpremise - AIX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70087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Onpremise - RedHat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4286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Onpremise - Windows Servers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984939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Cisco - Switchs, Routers, 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No, pero se puede comparar con el mes anterior para establecer antigüedad de la contraseña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Requiere configuraciones adicionales, entre ellas: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habilitar el servicio, 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configurar el origen de conexiones especifico, 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permitir accesos en el firewall local,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permitir ejecución remota de comandos vía SSH,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generar llaves SSH o credenciales,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generar certificado de conexión,</a:t>
                      </a:r>
                      <a:b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etc.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1840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Juniper - Switchs, Routers, AP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0316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Vcenter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40711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ESX Server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59443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CISCO ISE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83159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9503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IBM HMC Server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899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HCP Anywhere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C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408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74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795B4-D35A-86B3-A1FF-3776BCC8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07F9197D-B1F3-EC7F-C079-F63D4334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AC1CD42-C8A1-3F9D-53B2-2232512C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/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EA97EE42-7295-C73F-4891-FE4D3C2EE746}"/>
              </a:ext>
            </a:extLst>
          </p:cNvPr>
          <p:cNvSpPr txBox="1"/>
          <p:nvPr/>
        </p:nvSpPr>
        <p:spPr>
          <a:xfrm>
            <a:off x="1068404" y="401295"/>
            <a:ext cx="91440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800" b="1" dirty="0">
                <a:latin typeface="+mj-lt"/>
              </a:rPr>
              <a:t>Procesamiento de Datos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2F79738-346C-D695-E352-B856EADED64C}"/>
              </a:ext>
            </a:extLst>
          </p:cNvPr>
          <p:cNvSpPr txBox="1"/>
          <p:nvPr/>
        </p:nvSpPr>
        <p:spPr>
          <a:xfrm>
            <a:off x="1068404" y="1139959"/>
            <a:ext cx="9144000" cy="6046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Entregables: </a:t>
            </a:r>
          </a:p>
          <a:p>
            <a:pPr marL="562767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Reporte de Usuarios Administradores:</a:t>
            </a:r>
          </a:p>
          <a:p>
            <a:pPr marL="839783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dirty="0"/>
              <a:t>Incluyendo los definidos y los descubiertos en grupos de administración</a:t>
            </a:r>
          </a:p>
          <a:p>
            <a:pPr marL="839783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dirty="0"/>
              <a:t>Cumplimiento de la rotación de las contraseñas de acuerdo al grupo de usuarios (Ej.: Network cada 6 meses)</a:t>
            </a:r>
          </a:p>
          <a:p>
            <a:pPr marL="562767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Periodicidad y Cobertura del Reporte Mensual</a:t>
            </a:r>
          </a:p>
          <a:p>
            <a:pPr marL="839783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dirty="0"/>
              <a:t>El escaneo y procesamiento se realizará de forma mensual</a:t>
            </a:r>
          </a:p>
          <a:p>
            <a:pPr marL="839783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dirty="0"/>
              <a:t>Cada mes se añadirán escaneos de nuevos tipos de activos, de acuerdo al cronograma de desarrollo definido.</a:t>
            </a:r>
          </a:p>
          <a:p>
            <a:pPr marL="562767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 err="1"/>
              <a:t>Dashboards</a:t>
            </a:r>
            <a:r>
              <a:rPr lang="es-ES" sz="2000" b="1" dirty="0"/>
              <a:t> de Cumplimiento</a:t>
            </a:r>
          </a:p>
          <a:p>
            <a:pPr marL="562767" lvl="1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Scripts para rotaciones masivas de contraseñas (Windows/Unix)</a:t>
            </a:r>
          </a:p>
          <a:p>
            <a:pPr lvl="1" algn="just">
              <a:lnSpc>
                <a:spcPct val="150000"/>
              </a:lnSpc>
            </a:pPr>
            <a:endParaRPr lang="es-ES" sz="2000" b="1" dirty="0"/>
          </a:p>
          <a:p>
            <a:pPr marL="839783" lvl="2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5584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D43E-FF53-374B-03D3-95E13BA56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4B581EA1-F65F-FE54-520A-68C3395C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 confidential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B03F99-AFE1-D871-9DCA-A7DAF69D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5</a:t>
            </a:fld>
            <a:endParaRPr lang="en-IN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6A9092-B360-D020-07DC-BB9E68A27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8" y="509350"/>
            <a:ext cx="12040579" cy="480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54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211FE16-DD5D-4F4F-91D3-B007E265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C6BD14-4390-C3A9-EF0F-C4AA61BE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935A488-C0BB-D4CC-C6E0-1963320409BF}"/>
              </a:ext>
            </a:extLst>
          </p:cNvPr>
          <p:cNvSpPr txBox="1"/>
          <p:nvPr/>
        </p:nvSpPr>
        <p:spPr>
          <a:xfrm>
            <a:off x="925629" y="5814782"/>
            <a:ext cx="10340741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dirty="0"/>
              <a:t>Nota: </a:t>
            </a:r>
            <a:r>
              <a:rPr lang="es-ES" sz="2000" dirty="0"/>
              <a:t>El tiempo está dimensionado sin considerar la obtención de accesos y equipos de pruebas.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6EF674-A940-8314-9AF8-CA7D2E15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90" y="40907"/>
            <a:ext cx="8878539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57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ooter Placeholder 2">
            <a:extLst>
              <a:ext uri="{FF2B5EF4-FFF2-40B4-BE49-F238E27FC236}">
                <a16:creationId xmlns:a16="http://schemas.microsoft.com/office/drawing/2014/main" id="{9211FE16-DD5D-4F4F-91D3-B007E265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TCS 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C6BD14-4390-C3A9-EF0F-C4AA61BE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7</a:t>
            </a:fld>
            <a:endParaRPr lang="en-IN"/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0A5C32C0-8580-4ADA-BC00-4C063D1A37D0}"/>
              </a:ext>
            </a:extLst>
          </p:cNvPr>
          <p:cNvSpPr txBox="1"/>
          <p:nvPr/>
        </p:nvSpPr>
        <p:spPr>
          <a:xfrm>
            <a:off x="1068404" y="401295"/>
            <a:ext cx="914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800" b="1" dirty="0">
                <a:latin typeface="+mj-lt"/>
              </a:rPr>
              <a:t>Opciones de Escaneo de Datos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A5C32C0-8580-4ADA-BC00-4C063D1A37D0}"/>
              </a:ext>
            </a:extLst>
          </p:cNvPr>
          <p:cNvSpPr txBox="1"/>
          <p:nvPr/>
        </p:nvSpPr>
        <p:spPr>
          <a:xfrm>
            <a:off x="1068404" y="1139959"/>
            <a:ext cx="9144000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 err="1"/>
              <a:t>Tenable</a:t>
            </a:r>
            <a:r>
              <a:rPr lang="es-ES" sz="2000" b="1" dirty="0"/>
              <a:t>: </a:t>
            </a:r>
            <a:r>
              <a:rPr lang="es-ES" sz="2000" dirty="0"/>
              <a:t>Consultas desde </a:t>
            </a:r>
            <a:r>
              <a:rPr lang="es-ES" sz="2000" dirty="0" err="1"/>
              <a:t>escaners</a:t>
            </a:r>
            <a:r>
              <a:rPr lang="es-ES" sz="2000" dirty="0"/>
              <a:t> de </a:t>
            </a:r>
            <a:r>
              <a:rPr lang="es-ES" sz="2000" dirty="0" err="1"/>
              <a:t>Tenable</a:t>
            </a:r>
            <a:r>
              <a:rPr lang="es-ES" sz="2000" dirty="0"/>
              <a:t>,  vía SSH o API autenticados, usando la ejecución local de comandos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Scripts: </a:t>
            </a:r>
            <a:r>
              <a:rPr lang="es-ES" sz="2000" dirty="0"/>
              <a:t>Consultas desde servidores internos, vía SSH o API autenticados, usando la ejecución local de comandos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A5C32C0-8580-4ADA-BC00-4C063D1A37D0}"/>
              </a:ext>
            </a:extLst>
          </p:cNvPr>
          <p:cNvSpPr txBox="1"/>
          <p:nvPr/>
        </p:nvSpPr>
        <p:spPr>
          <a:xfrm>
            <a:off x="1160464" y="3120054"/>
            <a:ext cx="9144000" cy="3101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000" b="1" dirty="0"/>
              <a:t>Prerrequisitos: dependiendo del fabricante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Credenciales de Accesos y Permisos de Red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Habilitar el servicio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Configurar el origen de conexiones especifico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Permitir accesos en el firewall local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Permitir ejecución remota de comandos vía SSH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Generar llaves SSH o credenciales</a:t>
            </a:r>
          </a:p>
          <a:p>
            <a:pPr marL="1393814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generar certificado de conexión</a:t>
            </a:r>
          </a:p>
        </p:txBody>
      </p:sp>
    </p:spTree>
    <p:extLst>
      <p:ext uri="{BB962C8B-B14F-4D97-AF65-F5344CB8AC3E}">
        <p14:creationId xmlns:p14="http://schemas.microsoft.com/office/powerpoint/2010/main" val="383927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15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B7571F-4C9E-B653-FE28-7AD326E4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1218" y="1097026"/>
            <a:ext cx="3533967" cy="760080"/>
          </a:xfrm>
        </p:spPr>
        <p:txBody>
          <a:bodyPr/>
          <a:lstStyle/>
          <a:p>
            <a:r>
              <a:rPr lang="en-US" sz="5400" b="1" dirty="0"/>
              <a:t>Gracias !!</a:t>
            </a:r>
            <a:endParaRPr lang="en-IN" sz="5400" b="1" dirty="0"/>
          </a:p>
        </p:txBody>
      </p:sp>
      <p:sp>
        <p:nvSpPr>
          <p:cNvPr id="3" name="Rectángulo 2"/>
          <p:cNvSpPr/>
          <p:nvPr/>
        </p:nvSpPr>
        <p:spPr>
          <a:xfrm>
            <a:off x="5318093" y="6244595"/>
            <a:ext cx="67217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sz="3600" b="1" kern="0" dirty="0">
                <a:solidFill>
                  <a:srgbClr val="4E84C4"/>
                </a:solidFill>
                <a:latin typeface="Gabriola" panose="04040605051002020D02" pitchFamily="82" charset="0"/>
              </a:rPr>
              <a:t> </a:t>
            </a:r>
            <a:r>
              <a:rPr lang="es-EC" sz="3600" b="1" kern="0" dirty="0">
                <a:solidFill>
                  <a:srgbClr val="54B948"/>
                </a:solidFill>
                <a:latin typeface="Gabriola" panose="04040605051002020D02" pitchFamily="82" charset="0"/>
              </a:rPr>
              <a:t>Juntos, </a:t>
            </a:r>
            <a:r>
              <a:rPr lang="es-EC" sz="3600" b="1" kern="0" dirty="0">
                <a:solidFill>
                  <a:schemeClr val="bg1"/>
                </a:solidFill>
                <a:latin typeface="Gabriola" panose="04040605051002020D02" pitchFamily="82" charset="0"/>
              </a:rPr>
              <a:t>Avanzando hacia la </a:t>
            </a:r>
            <a:r>
              <a:rPr lang="es-EC" sz="3600" b="1" kern="0" dirty="0">
                <a:solidFill>
                  <a:srgbClr val="54B948"/>
                </a:solidFill>
                <a:latin typeface="Gabriola" panose="04040605051002020D02" pitchFamily="82" charset="0"/>
              </a:rPr>
              <a:t>mejora</a:t>
            </a:r>
            <a:r>
              <a:rPr lang="es-EC" sz="3600" b="1" kern="0" dirty="0">
                <a:solidFill>
                  <a:srgbClr val="4E84C4"/>
                </a:solidFill>
                <a:latin typeface="Gabriola" panose="04040605051002020D02" pitchFamily="82" charset="0"/>
              </a:rPr>
              <a:t> </a:t>
            </a:r>
            <a:r>
              <a:rPr lang="es-EC" sz="3600" b="1" kern="0" dirty="0">
                <a:solidFill>
                  <a:schemeClr val="bg1"/>
                </a:solidFill>
                <a:latin typeface="Gabriola" panose="04040605051002020D02" pitchFamily="82" charset="0"/>
              </a:rPr>
              <a:t>continua…..</a:t>
            </a:r>
            <a:endParaRPr lang="es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53532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ank Slide_Black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1F348C15-96BF-409F-AC54-760F1D048475}"/>
    </a:ext>
  </a:extLst>
</a:theme>
</file>

<file path=ppt/theme/theme3.xml><?xml version="1.0" encoding="utf-8"?>
<a:theme xmlns:a="http://schemas.openxmlformats.org/drawingml/2006/main" name="Title Slide_Black Blue 1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4.xml><?xml version="1.0" encoding="utf-8"?>
<a:theme xmlns:a="http://schemas.openxmlformats.org/drawingml/2006/main" name="1_Divider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A50E3EA0-9598-4E5F-87F7-B378FD69FD7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3CC9BBD288424BBD7696BB0E0CB197" ma:contentTypeVersion="2" ma:contentTypeDescription="Create a new document." ma:contentTypeScope="" ma:versionID="332d735e8002790081ce96e7c69fe4e0">
  <xsd:schema xmlns:xsd="http://www.w3.org/2001/XMLSchema" xmlns:xs="http://www.w3.org/2001/XMLSchema" xmlns:p="http://schemas.microsoft.com/office/2006/metadata/properties" xmlns:ns2="cf320743-77bf-4b99-adc5-8ad6c82a9448" targetNamespace="http://schemas.microsoft.com/office/2006/metadata/properties" ma:root="true" ma:fieldsID="d7f381816facc8847cc499da3fdcf939" ns2:_="">
    <xsd:import namespace="cf320743-77bf-4b99-adc5-8ad6c82a944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320743-77bf-4b99-adc5-8ad6c82a944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D01207-FD9F-4A08-9458-7FF7EA709E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320743-77bf-4b99-adc5-8ad6c82a94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B1B480-7C1E-4300-A913-41CAD33511F4}">
  <ds:schemaRefs>
    <ds:schemaRef ds:uri="http://schemas.openxmlformats.org/package/2006/metadata/core-properties"/>
    <ds:schemaRef ds:uri="http://schemas.microsoft.com/office/infopath/2007/PartnerControls"/>
    <ds:schemaRef ds:uri="cf320743-77bf-4b99-adc5-8ad6c82a9448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  <clbl:label id="{f5b0d682-1497-4db0-9019-660035554e72}" enabled="0" method="" siteId="{f5b0d682-1497-4db0-9019-660035554e7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TotalTime>55824</TotalTime>
  <Words>561</Words>
  <Application>Microsoft Office PowerPoint</Application>
  <PresentationFormat>Panorámica</PresentationFormat>
  <Paragraphs>137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8</vt:i4>
      </vt:variant>
    </vt:vector>
  </HeadingPairs>
  <TitlesOfParts>
    <vt:vector size="20" baseType="lpstr">
      <vt:lpstr>Aptos</vt:lpstr>
      <vt:lpstr>Aptos Narrow</vt:lpstr>
      <vt:lpstr>Arial</vt:lpstr>
      <vt:lpstr>Calibri</vt:lpstr>
      <vt:lpstr>Courier New</vt:lpstr>
      <vt:lpstr>Gabriola</vt:lpstr>
      <vt:lpstr>Symbol</vt:lpstr>
      <vt:lpstr>Wingdings</vt:lpstr>
      <vt:lpstr>Content Slide_White</vt:lpstr>
      <vt:lpstr>Blank Slide_Black</vt:lpstr>
      <vt:lpstr>Title Slide_Black Blue 1</vt:lpstr>
      <vt:lpstr>1_Divider Slide_White</vt:lpstr>
      <vt:lpstr>Ciberseguridad TCS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Opening slide – design option Add slide title here</dc:title>
  <dc:creator>Kapil Krishnan</dc:creator>
  <cp:lastModifiedBy>EXTERNO CEDENO GONZALEZ JORGE LUIS</cp:lastModifiedBy>
  <cp:revision>426</cp:revision>
  <dcterms:created xsi:type="dcterms:W3CDTF">2024-02-26T12:36:23Z</dcterms:created>
  <dcterms:modified xsi:type="dcterms:W3CDTF">2026-09-01T20:42:14Z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0x0101003F3CC9BBD288424BBD7696BB0E0CB197</vt:lpwstr>
  </property>
  <property fmtid="{D5CDD505-2E9C-101B-9397-08002B2CF9AE}" pid="3" name="KriptosClassAi">
    <vt:lpwstr>0-Publico</vt:lpwstr>
  </property>
</Properties>
</file>